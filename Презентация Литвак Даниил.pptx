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5" r:id="rId3"/>
    <p:sldId id="257" r:id="rId4"/>
    <p:sldId id="258" r:id="rId5"/>
    <p:sldId id="259" r:id="rId6"/>
    <p:sldId id="260" r:id="rId7"/>
    <p:sldId id="266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C1B479-A896-4BEB-A5A0-491784124FAB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5071A-4036-4EB2-BC4D-C9AA9B4067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7407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5071A-4036-4EB2-BC4D-C9AA9B4067D3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7694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5E7E00-465C-C7E4-5FE3-A8559CFD38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46A023A-4313-7726-AA77-E1C940DB45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453CD5-ED53-ED8E-E6F1-FCD4A56BB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DEF77-975B-4A20-BA60-73721BFA58B0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9751F1A-0C2D-B2B0-9D82-2C3154CFE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B6C9881-3D06-8C45-A51E-04B641525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24FF7-24D4-4278-A2D4-2163F982C6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9699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50144E-BB56-AB56-233C-92B690963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1ECA5A-DE5A-DCC8-527A-38178ABA9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354D54-AE0F-31B8-D8F4-1137DEFC0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DEF77-975B-4A20-BA60-73721BFA58B0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58BF99-8BAF-71B8-A6E5-9C5066C2F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C71620-F9DF-3AF9-44B5-CD20FFD3C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24FF7-24D4-4278-A2D4-2163F982C6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1355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05D44-EAB3-5016-54CC-06EF89D89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A5E955C-5F4C-4379-476C-22E1808F8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A8C49A-4F20-FB3F-B740-1BB801F77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DEF77-975B-4A20-BA60-73721BFA58B0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DBDAC1-7275-5D65-CDB1-0F5B0EB91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CC128A-482B-4E78-6F83-44A726CF7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24FF7-24D4-4278-A2D4-2163F982C6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3127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772759-87F8-F938-8AF4-A0BEAD600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A3F991-0E16-7392-301F-9C468B301A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57D503A-31CF-94A8-73C9-3B1B411C1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0F1A85D-E483-6592-2CF2-EAFA30F5F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DEF77-975B-4A20-BA60-73721BFA58B0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ECE4E9-E5AF-18CD-35E6-B0438DC7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359BDA5-9B3F-F6BD-291A-90B8FEA8D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24FF7-24D4-4278-A2D4-2163F982C6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2368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2E0784-89E5-A11B-19A4-B3251A489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C1EC8E6-324B-D728-5861-11AB2BB36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EA0CFC1-26BC-B9DC-E5DA-352D74F7D5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C68578E-5958-D6DC-0B97-7C9CAD0350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FD94764-62C8-4C45-9B2F-760C3F0F1D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64FDCA4-A35A-B71C-291C-4C7F73F60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DEF77-975B-4A20-BA60-73721BFA58B0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E508B8A-C5E6-9053-E3DF-CA7794B8A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14D1A0A-3647-B25F-D1AB-E18032ED7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24FF7-24D4-4278-A2D4-2163F982C6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1392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ECA5A2-1CF9-ABF9-1C64-E35F6CD7C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BAB42E6-0ACC-2C78-5F1A-822B09714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DEF77-975B-4A20-BA60-73721BFA58B0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CCA6A6B-B31F-1300-9E3A-39ED23CC8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851E2DC-1F2F-60E2-3DF6-2CFCC09E9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24FF7-24D4-4278-A2D4-2163F982C6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0353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AF8D02E-2B21-0896-B270-4CA2824C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DEF77-975B-4A20-BA60-73721BFA58B0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EEF602C-9181-3339-F2FE-61057AE63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5DF2199-8057-AD38-0A17-DDC70759E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24FF7-24D4-4278-A2D4-2163F982C6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9287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35C6FF-8CD5-D01D-75BE-8DF7B25F1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A81512-E777-731C-98EE-235A7127F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84D09F2-9F0E-1DB4-E0E7-90E0260BB4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36EDEDA-5E85-1D44-533D-02921B20A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DEF77-975B-4A20-BA60-73721BFA58B0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2606602-8115-01D8-ED13-EAD532335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C76E041-BBB1-3951-3577-AAB984E55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24FF7-24D4-4278-A2D4-2163F982C6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7910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1F7F44-BE9B-75A5-2F1A-7599FB417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EBFE8BC-DAA0-0393-D59E-69E03C972A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2F5882B-C297-9A25-82D3-70802AB7FD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520C565-D4DE-BE6B-A29E-B9E6AE810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DEF77-975B-4A20-BA60-73721BFA58B0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8F2491F-8819-5EFC-5057-3B3189612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909F11D-89B1-603D-465D-D3A46C107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24FF7-24D4-4278-A2D4-2163F982C6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9781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8C16BA-5ABB-4533-5AF6-4C906750E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6E3EB28-ED71-05D2-B433-27C4CD40E7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13187F-4977-FDA2-EEFD-2F8F3F37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DEF77-975B-4A20-BA60-73721BFA58B0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A385BE-63F1-3FFC-5354-7CFFC338B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DC732D-33AB-5BD4-8C1C-9B61B116B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24FF7-24D4-4278-A2D4-2163F982C6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0190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E192253-A290-0B3F-F70F-BEEAD6D43B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E7D29FA-A0FB-904B-2DA1-E4BDF5E030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34DC4A-993B-3269-BE19-94BCF3FC6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DEF77-975B-4A20-BA60-73721BFA58B0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1B69BB-F785-0DC7-AFA2-58F4E34D4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674F5D-2166-7334-FD8A-2D8804DAD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24FF7-24D4-4278-A2D4-2163F982C6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3664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467A4D-E64D-31B3-8F45-27D20E024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0191518-25A6-5460-3338-6680E1691D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52929C-13EF-E75F-500F-6FD7DF0D3E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DEF77-975B-4A20-BA60-73721BFA58B0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831703-A4A9-5474-6F40-C79EF7857D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CBB157-9932-3AF5-B3AF-2D369D7476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424FF7-24D4-4278-A2D4-2163F982C6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9575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124A0-5FC1-5DF9-9EA8-0316161F59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A59DC45-3E1F-FD88-7759-8138416CF5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F5583C-6026-21BF-CD9F-A27CBAFBF0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057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9BA55FE-3169-80AE-3922-DFDCA73BB4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107" y="0"/>
            <a:ext cx="105237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363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9DF376F-F2C6-7243-74C4-0A2929587B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230" y="0"/>
            <a:ext cx="91035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315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7B00A3E-1A1E-84B7-67FA-DD3B55346F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3102" y="0"/>
            <a:ext cx="85457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030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CB0EDA7-8DF0-8CA5-2633-610C663574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703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3159FD9-33CA-5896-2E6D-73E52CB3CD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474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30C235D-8594-7829-CE8D-F41E59E4A1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853" y="0"/>
            <a:ext cx="8718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737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9204436-C912-DF4C-EF5F-8E824D85B0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975" y="0"/>
            <a:ext cx="115260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553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AC516D9-502A-23C5-84C8-239FE92617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1958" y="0"/>
            <a:ext cx="85280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820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17A1B21-855A-06BB-BAB2-DE096D3093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609" y="0"/>
            <a:ext cx="103127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763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6AC976C-D678-E03E-A18B-199F99AAC1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871" y="0"/>
            <a:ext cx="117902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66182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</Words>
  <Application>Microsoft Office PowerPoint</Application>
  <PresentationFormat>Широкоэкранный</PresentationFormat>
  <Paragraphs>1</Paragraphs>
  <Slides>11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КЛР Лари</dc:creator>
  <cp:lastModifiedBy>КЛР Лари</cp:lastModifiedBy>
  <cp:revision>3</cp:revision>
  <dcterms:created xsi:type="dcterms:W3CDTF">2026-06-01T16:35:31Z</dcterms:created>
  <dcterms:modified xsi:type="dcterms:W3CDTF">2026-06-01T19:09:54Z</dcterms:modified>
</cp:coreProperties>
</file>